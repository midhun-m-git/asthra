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Web Application Security Analyzer Comprehensive Report</a:t>
            </a:r>
          </a:p>
        </p:txBody>
      </p:sp>
      <p:sp>
        <p:nvSpPr>
          <p:cNvPr id="3" name="Subtitle 2"/>
          <p:cNvSpPr>
            <a:spLocks noGrp="1"/>
          </p:cNvSpPr>
          <p:nvPr>
            <p:ph type="subTitle" idx="1"/>
          </p:nvPr>
        </p:nvSpPr>
        <p:spPr/>
        <p:txBody>
          <a:bodyPr/>
          <a:lstStyle/>
          <a:p>
            <a:pPr>
              <a:defRPr sz="1800"/>
            </a:pPr>
            <a:r>
              <a:t>The Web Application Security Analyzer is an automated tool designed to identify vulnerabilities in web applications through dynamic scanning and risk assessment. It provides detailed reports on security flaws, prioritization, and remediation guidance. The analyzer integrates with CI/CD pipelines for continuous monitoring and compliance adherence.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Overview</a:t>
            </a:r>
          </a:p>
        </p:txBody>
      </p:sp>
      <p:sp>
        <p:nvSpPr>
          <p:cNvPr id="3" name="Content Placeholder 2"/>
          <p:cNvSpPr>
            <a:spLocks noGrp="1"/>
          </p:cNvSpPr>
          <p:nvPr>
            <p:ph idx="1"/>
          </p:nvPr>
        </p:nvSpPr>
        <p:spPr/>
        <p:txBody>
          <a:bodyPr/>
          <a:lstStyle/>
          <a:p/>
          <a:p>
            <a:pPr/>
            <a:r>
              <a:t>Automated security assessment for web applications</a:t>
            </a:r>
          </a:p>
          <a:p>
            <a:pPr/>
            <a:r>
              <a:t>Targeted at RESTful APIs, web forms, and authentication flows</a:t>
            </a:r>
          </a:p>
          <a:p>
            <a:pPr/>
            <a:r>
              <a:t>Covers OWASP Top 10 vulnerabilities and custom rule sets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Features</a:t>
            </a:r>
          </a:p>
        </p:txBody>
      </p:sp>
      <p:sp>
        <p:nvSpPr>
          <p:cNvPr id="3" name="Content Placeholder 2"/>
          <p:cNvSpPr>
            <a:spLocks noGrp="1"/>
          </p:cNvSpPr>
          <p:nvPr>
            <p:ph idx="1"/>
          </p:nvPr>
        </p:nvSpPr>
        <p:spPr/>
        <p:txBody>
          <a:bodyPr/>
          <a:lstStyle/>
          <a:p/>
          <a:p>
            <a:pPr/>
            <a:r>
              <a:t>Real-time vulnerability scanning with configurable depth levels</a:t>
            </a:r>
          </a:p>
          <a:p>
            <a:pPr/>
            <a:r>
              <a:t>Extensible vulnerability database with CVE mapping</a:t>
            </a:r>
          </a:p>
          <a:p>
            <a:pPr/>
            <a:r>
              <a:t>Risk scoring algorithm based on impact, exploit likelihood, and remediation complexity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Scanning Methodology</a:t>
            </a:r>
          </a:p>
        </p:txBody>
      </p:sp>
      <p:sp>
        <p:nvSpPr>
          <p:cNvPr id="3" name="Content Placeholder 2"/>
          <p:cNvSpPr>
            <a:spLocks noGrp="1"/>
          </p:cNvSpPr>
          <p:nvPr>
            <p:ph idx="1"/>
          </p:nvPr>
        </p:nvSpPr>
        <p:spPr/>
        <p:txBody>
          <a:bodyPr/>
          <a:lstStyle/>
          <a:p/>
          <a:p>
            <a:pPr/>
            <a:r>
              <a:t>Differential analysis of application responses to detect anomalies</a:t>
            </a:r>
          </a:p>
          <a:p>
            <a:pPr/>
            <a:r>
              <a:t>Automated payload injection and fuzzing for input validation testing</a:t>
            </a:r>
          </a:p>
          <a:p>
            <a:pPr/>
            <a:r>
              <a:t>Session management and authentication bypass detection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&amp; Analytics</a:t>
            </a:r>
          </a:p>
        </p:txBody>
      </p:sp>
      <p:sp>
        <p:nvSpPr>
          <p:cNvPr id="3" name="Content Placeholder 2"/>
          <p:cNvSpPr>
            <a:spLocks noGrp="1"/>
          </p:cNvSpPr>
          <p:nvPr>
            <p:ph idx="1"/>
          </p:nvPr>
        </p:nvSpPr>
        <p:spPr/>
        <p:txBody>
          <a:bodyPr/>
          <a:lstStyle/>
          <a:p/>
          <a:p>
            <a:pPr/>
            <a:r>
              <a:t>Interactive dashboards with severity distribution and trend analysis</a:t>
            </a:r>
          </a:p>
          <a:p>
            <a:pPr/>
            <a:r>
              <a:t>Exportable reports in PDF, CSV, and JSON formats</a:t>
            </a:r>
          </a:p>
          <a:p>
            <a:pPr/>
            <a:r>
              <a:t>Historical data tracking for vulnerability recurrence analysis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&amp; Deployment</a:t>
            </a:r>
          </a:p>
        </p:txBody>
      </p:sp>
      <p:sp>
        <p:nvSpPr>
          <p:cNvPr id="3" name="Content Placeholder 2"/>
          <p:cNvSpPr>
            <a:spLocks noGrp="1"/>
          </p:cNvSpPr>
          <p:nvPr>
            <p:ph idx="1"/>
          </p:nvPr>
        </p:nvSpPr>
        <p:spPr/>
        <p:txBody>
          <a:bodyPr/>
          <a:lstStyle/>
          <a:p/>
          <a:p>
            <a:pPr/>
            <a:r>
              <a:t>CI/CD pipeline integration via CLI and REST API</a:t>
            </a:r>
          </a:p>
          <a:p>
            <a:pPr/>
            <a:r>
              <a:t>Containerized deployment for Kubernetes and Docker environments</a:t>
            </a:r>
          </a:p>
          <a:p>
            <a:pPr/>
            <a:r>
              <a:t>Support for SaaS platforms and on-premises installations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Patent-style Claims</a:t>
            </a:r>
          </a:p>
        </p:txBody>
      </p:sp>
      <p:sp>
        <p:nvSpPr>
          <p:cNvPr id="3" name="Content Placeholder 2"/>
          <p:cNvSpPr>
            <a:spLocks noGrp="1"/>
          </p:cNvSpPr>
          <p:nvPr>
            <p:ph idx="1"/>
          </p:nvPr>
        </p:nvSpPr>
        <p:spPr/>
        <p:txBody>
          <a:bodyPr/>
          <a:lstStyle/>
          <a:p/>
          <a:p>
            <a:pPr/>
            <a:r>
              <a:t>A system that automates dynamic security scanning of web applications through configurable test vectors and payload injection sequences</a:t>
            </a:r>
          </a:p>
          <a:p>
            <a:pPr/>
            <a:r>
              <a:t>A method for prioritizing detected vulnerabilities using a weighted risk score algorithm incorporating exploit likelihood and business impact metrics</a:t>
            </a:r>
          </a:p>
          <a:p>
            <a:pPr/>
            <a:r>
              <a:t>An integrated reporting module generating compliance-ready documentation with remediation pathways and CVE cross-references</a:t>
            </a:r>
          </a:p>
          <a:p>
            <a:pPr/>
            <a:r>
              <a:t>A deployment framework enabling seamless integration with continuous integration/continuous deployment pipelines through standardized API endpoints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