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ASTHRA Project Documentation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800"/>
            </a:pPr>
            <a:r>
              <a:t>Generated documentation for: hi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Project statement received and logged.</a:t>
            </a:r>
          </a:p>
          <a:p>
            <a:pPr/>
            <a:r>
              <a:t>ASTHRA generated offline demo content.</a:t>
            </a:r>
          </a:p>
          <a:p>
            <a:pPr/>
            <a:r>
              <a:t>No upload provided.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Demonstrate PDF, PPT, patent draft, and certificates.</a:t>
            </a:r>
          </a:p>
          <a:p>
            <a:pPr/>
            <a:r>
              <a:t>Content is sample-only when AI is disabled.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Enable AI (set OPENAI_API_KEY) for richer drafts.</a:t>
            </a:r>
          </a:p>
          <a:p>
            <a:pPr/>
            <a:r>
              <a:t>Refine requirements and rerun generation.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Patent-style Claims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 system that generates multiple documentation artifacts from one input.</a:t>
            </a:r>
          </a:p>
          <a:p>
            <a:pPr/>
            <a:r>
              <a:t>Automated slide and patent-style drafting based on project descriptions.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