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  <a:latin typeface="Times New Roman"/>
              </a:rPr>
              <a:t>ASTHRA Project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  <a:latin typeface="Times New Roman"/>
              </a:rPr>
              <a:t>Generated documentation for: how are 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  <a:latin typeface="Times New Roman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Project statement received and logged.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ASTHRA generated offline demo content.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No upload provided.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Times New Roman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  <a:latin typeface="Times New Roman"/>
              </a:rPr>
              <a:t>Patent-style Claims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Automated generation 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Times New Roman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