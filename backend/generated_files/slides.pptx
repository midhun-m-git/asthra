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  <a:latin typeface="Times New Roman"/>
              </a:rPr>
              <a:t>Certificate of Achievement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  <a:latin typeface="Times New Roman"/>
              </a:rPr>
              <a:t>This certificate is awarded to recognize outstanding contributions and accomplishments in the field of technology and innovation. It serves as a formal acknowledgment of dedication, expertise, and excellence demonstrated in a specific project or endeavor.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  <a:latin typeface="Times New Roman"/>
              </a:rPr>
              <a:t>Purpose of the Certificate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To formally recognize and validate the recipient's achievements in a specific domain.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To serve as a professional credential that can be included in portfolios, resumes, or academic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  <a:latin typeface="Times New Roman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  <a:latin typeface="Times New Roman"/>
              </a:rP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Includes the recipient's name, the awarding organization, and the date of issuance.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Features an official seal or signature to authenticate the document.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  <a:latin typeface="Times New Roman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  <a:latin typeface="Times New Roman"/>
              </a:rP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Used in academic and professional settings to demonstrate expertise and accomplishments.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Often required for career advancement, job applications, or further education.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  <a:latin typeface="Times New Roman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  <a:latin typeface="Times New Roman"/>
              </a:rPr>
              <a:t>Patent-style Claims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A certificate of achievement for recognizing outstanding contributions in a specific field.</a:t>
            </a:r>
          </a:p>
          <a:p>
            <a:pPr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A document featuring an official seal and signature to authenticate professional accomplishments.</a:t>
            </a:r>
          </a:p>
          <a:p>
            <a:pPr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A credential used for academic and career advancement purposes.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  <a:latin typeface="Times New Roman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